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sldIdLst>
    <p:sldId id="256" r:id="rId2"/>
    <p:sldId id="264" r:id="rId3"/>
    <p:sldId id="265" r:id="rId4"/>
    <p:sldId id="266" r:id="rId5"/>
    <p:sldId id="258" r:id="rId6"/>
    <p:sldId id="261" r:id="rId7"/>
    <p:sldId id="262" r:id="rId8"/>
  </p:sldIdLst>
  <p:sldSz cx="12192000" cy="6858000"/>
  <p:notesSz cx="6858000" cy="9144000"/>
  <p:custDataLst>
    <p:tags r:id="rId9"/>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2E2125-EB2D-4716-8AE2-6679A50160D7}" v="13" dt="2024-09-04T07:40:37.5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789" autoAdjust="0"/>
    <p:restoredTop sz="96236" autoAdjust="0"/>
  </p:normalViewPr>
  <p:slideViewPr>
    <p:cSldViewPr snapToGrid="0">
      <p:cViewPr varScale="1">
        <p:scale>
          <a:sx n="111" d="100"/>
          <a:sy n="111" d="100"/>
        </p:scale>
        <p:origin x="67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 Ahmad" userId="d3510f94-5988-4c3a-9ef9-f2f99b91dc31" providerId="ADAL" clId="{222E2125-EB2D-4716-8AE2-6679A50160D7}"/>
    <pc:docChg chg="undo custSel addSld delSld modSld sldOrd">
      <pc:chgData name="Ali Ahmad" userId="d3510f94-5988-4c3a-9ef9-f2f99b91dc31" providerId="ADAL" clId="{222E2125-EB2D-4716-8AE2-6679A50160D7}" dt="2024-09-04T07:45:05.364" v="1498" actId="1076"/>
      <pc:docMkLst>
        <pc:docMk/>
      </pc:docMkLst>
      <pc:sldChg chg="modSp new mod">
        <pc:chgData name="Ali Ahmad" userId="d3510f94-5988-4c3a-9ef9-f2f99b91dc31" providerId="ADAL" clId="{222E2125-EB2D-4716-8AE2-6679A50160D7}" dt="2024-09-03T16:37:36.908" v="1372" actId="20577"/>
        <pc:sldMkLst>
          <pc:docMk/>
          <pc:sldMk cId="542270636" sldId="256"/>
        </pc:sldMkLst>
        <pc:spChg chg="mod">
          <ac:chgData name="Ali Ahmad" userId="d3510f94-5988-4c3a-9ef9-f2f99b91dc31" providerId="ADAL" clId="{222E2125-EB2D-4716-8AE2-6679A50160D7}" dt="2024-09-03T15:18:09.861" v="60"/>
          <ac:spMkLst>
            <pc:docMk/>
            <pc:sldMk cId="542270636" sldId="256"/>
            <ac:spMk id="2" creationId="{A193D5CC-2FCA-6593-9BCE-672700C84C63}"/>
          </ac:spMkLst>
        </pc:spChg>
        <pc:spChg chg="mod">
          <ac:chgData name="Ali Ahmad" userId="d3510f94-5988-4c3a-9ef9-f2f99b91dc31" providerId="ADAL" clId="{222E2125-EB2D-4716-8AE2-6679A50160D7}" dt="2024-09-03T16:37:36.908" v="1372" actId="20577"/>
          <ac:spMkLst>
            <pc:docMk/>
            <pc:sldMk cId="542270636" sldId="256"/>
            <ac:spMk id="3" creationId="{F3978D01-91D1-9F24-CCFC-EB29E23342F8}"/>
          </ac:spMkLst>
        </pc:spChg>
      </pc:sldChg>
      <pc:sldChg chg="addSp delSp modSp new mod modClrScheme chgLayout">
        <pc:chgData name="Ali Ahmad" userId="d3510f94-5988-4c3a-9ef9-f2f99b91dc31" providerId="ADAL" clId="{222E2125-EB2D-4716-8AE2-6679A50160D7}" dt="2024-09-04T07:41:01.756" v="1492" actId="27636"/>
        <pc:sldMkLst>
          <pc:docMk/>
          <pc:sldMk cId="2515083719" sldId="257"/>
        </pc:sldMkLst>
        <pc:spChg chg="del mod ord">
          <ac:chgData name="Ali Ahmad" userId="d3510f94-5988-4c3a-9ef9-f2f99b91dc31" providerId="ADAL" clId="{222E2125-EB2D-4716-8AE2-6679A50160D7}" dt="2024-09-03T15:18:13.844" v="61" actId="700"/>
          <ac:spMkLst>
            <pc:docMk/>
            <pc:sldMk cId="2515083719" sldId="257"/>
            <ac:spMk id="2" creationId="{7A393D28-80C5-2EA3-AB47-7C2547243E14}"/>
          </ac:spMkLst>
        </pc:spChg>
        <pc:spChg chg="del mod ord">
          <ac:chgData name="Ali Ahmad" userId="d3510f94-5988-4c3a-9ef9-f2f99b91dc31" providerId="ADAL" clId="{222E2125-EB2D-4716-8AE2-6679A50160D7}" dt="2024-09-03T15:18:13.844" v="61" actId="700"/>
          <ac:spMkLst>
            <pc:docMk/>
            <pc:sldMk cId="2515083719" sldId="257"/>
            <ac:spMk id="3" creationId="{76C4CED6-6EB1-E0A7-D00F-4C229F9B425D}"/>
          </ac:spMkLst>
        </pc:spChg>
        <pc:spChg chg="add mod ord">
          <ac:chgData name="Ali Ahmad" userId="d3510f94-5988-4c3a-9ef9-f2f99b91dc31" providerId="ADAL" clId="{222E2125-EB2D-4716-8AE2-6679A50160D7}" dt="2024-09-03T15:18:24.578" v="72" actId="700"/>
          <ac:spMkLst>
            <pc:docMk/>
            <pc:sldMk cId="2515083719" sldId="257"/>
            <ac:spMk id="4" creationId="{E14306C0-546A-60F1-F05E-BED638FBB9EB}"/>
          </ac:spMkLst>
        </pc:spChg>
        <pc:spChg chg="add del mod ord">
          <ac:chgData name="Ali Ahmad" userId="d3510f94-5988-4c3a-9ef9-f2f99b91dc31" providerId="ADAL" clId="{222E2125-EB2D-4716-8AE2-6679A50160D7}" dt="2024-09-03T15:18:24.578" v="72" actId="700"/>
          <ac:spMkLst>
            <pc:docMk/>
            <pc:sldMk cId="2515083719" sldId="257"/>
            <ac:spMk id="5" creationId="{FCD3770C-77AD-7DC6-979D-30BB4E126742}"/>
          </ac:spMkLst>
        </pc:spChg>
        <pc:spChg chg="add mod ord">
          <ac:chgData name="Ali Ahmad" userId="d3510f94-5988-4c3a-9ef9-f2f99b91dc31" providerId="ADAL" clId="{222E2125-EB2D-4716-8AE2-6679A50160D7}" dt="2024-09-04T07:41:01.756" v="1492" actId="27636"/>
          <ac:spMkLst>
            <pc:docMk/>
            <pc:sldMk cId="2515083719" sldId="257"/>
            <ac:spMk id="6" creationId="{63336F16-91A5-5CAF-84F3-64F6D6DE9D0D}"/>
          </ac:spMkLst>
        </pc:spChg>
        <pc:spChg chg="add del mod ord">
          <ac:chgData name="Ali Ahmad" userId="d3510f94-5988-4c3a-9ef9-f2f99b91dc31" providerId="ADAL" clId="{222E2125-EB2D-4716-8AE2-6679A50160D7}" dt="2024-09-03T16:02:44.317" v="326" actId="478"/>
          <ac:spMkLst>
            <pc:docMk/>
            <pc:sldMk cId="2515083719" sldId="257"/>
            <ac:spMk id="7" creationId="{EE07C867-FC63-18CC-2DA3-6A428F4DC2EF}"/>
          </ac:spMkLst>
        </pc:spChg>
        <pc:spChg chg="add mod">
          <ac:chgData name="Ali Ahmad" userId="d3510f94-5988-4c3a-9ef9-f2f99b91dc31" providerId="ADAL" clId="{222E2125-EB2D-4716-8AE2-6679A50160D7}" dt="2024-09-03T16:04:18.222" v="344" actId="1582"/>
          <ac:spMkLst>
            <pc:docMk/>
            <pc:sldMk cId="2515083719" sldId="257"/>
            <ac:spMk id="13" creationId="{DB459B85-8FF8-3F68-F083-4F22D9FF99A0}"/>
          </ac:spMkLst>
        </pc:spChg>
        <pc:spChg chg="add mod">
          <ac:chgData name="Ali Ahmad" userId="d3510f94-5988-4c3a-9ef9-f2f99b91dc31" providerId="ADAL" clId="{222E2125-EB2D-4716-8AE2-6679A50160D7}" dt="2024-09-03T16:04:44.532" v="348" actId="1582"/>
          <ac:spMkLst>
            <pc:docMk/>
            <pc:sldMk cId="2515083719" sldId="257"/>
            <ac:spMk id="14" creationId="{622A03A8-9FE6-D649-8831-F488E4DEDF7E}"/>
          </ac:spMkLst>
        </pc:spChg>
        <pc:spChg chg="add">
          <ac:chgData name="Ali Ahmad" userId="d3510f94-5988-4c3a-9ef9-f2f99b91dc31" providerId="ADAL" clId="{222E2125-EB2D-4716-8AE2-6679A50160D7}" dt="2024-09-03T16:13:31.555" v="952"/>
          <ac:spMkLst>
            <pc:docMk/>
            <pc:sldMk cId="2515083719" sldId="257"/>
            <ac:spMk id="15" creationId="{295AA5A2-9F1E-9394-4498-BBF6697908B2}"/>
          </ac:spMkLst>
        </pc:spChg>
        <pc:picChg chg="add mod">
          <ac:chgData name="Ali Ahmad" userId="d3510f94-5988-4c3a-9ef9-f2f99b91dc31" providerId="ADAL" clId="{222E2125-EB2D-4716-8AE2-6679A50160D7}" dt="2024-09-03T16:02:57.567" v="333" actId="14100"/>
          <ac:picMkLst>
            <pc:docMk/>
            <pc:sldMk cId="2515083719" sldId="257"/>
            <ac:picMk id="9" creationId="{A4B5E61A-E8B6-7D8E-F737-6F1E0A482992}"/>
          </ac:picMkLst>
        </pc:picChg>
        <pc:cxnChg chg="add mod">
          <ac:chgData name="Ali Ahmad" userId="d3510f94-5988-4c3a-9ef9-f2f99b91dc31" providerId="ADAL" clId="{222E2125-EB2D-4716-8AE2-6679A50160D7}" dt="2024-09-03T16:03:44.742" v="340" actId="208"/>
          <ac:cxnSpMkLst>
            <pc:docMk/>
            <pc:sldMk cId="2515083719" sldId="257"/>
            <ac:cxnSpMk id="11" creationId="{EB0B3192-656E-0734-EE42-F4DBBB67D9E3}"/>
          </ac:cxnSpMkLst>
        </pc:cxnChg>
      </pc:sldChg>
      <pc:sldChg chg="addSp delSp modSp new del mod chgLayout">
        <pc:chgData name="Ali Ahmad" userId="d3510f94-5988-4c3a-9ef9-f2f99b91dc31" providerId="ADAL" clId="{222E2125-EB2D-4716-8AE2-6679A50160D7}" dt="2024-09-03T15:16:31.997" v="58" actId="47"/>
        <pc:sldMkLst>
          <pc:docMk/>
          <pc:sldMk cId="3522981326" sldId="257"/>
        </pc:sldMkLst>
        <pc:spChg chg="mod ord">
          <ac:chgData name="Ali Ahmad" userId="d3510f94-5988-4c3a-9ef9-f2f99b91dc31" providerId="ADAL" clId="{222E2125-EB2D-4716-8AE2-6679A50160D7}" dt="2024-09-03T15:16:28.679" v="57" actId="6264"/>
          <ac:spMkLst>
            <pc:docMk/>
            <pc:sldMk cId="3522981326" sldId="257"/>
            <ac:spMk id="2" creationId="{2B8E4871-5F06-CDF8-BA7B-91001F7DE42C}"/>
          </ac:spMkLst>
        </pc:spChg>
        <pc:spChg chg="del">
          <ac:chgData name="Ali Ahmad" userId="d3510f94-5988-4c3a-9ef9-f2f99b91dc31" providerId="ADAL" clId="{222E2125-EB2D-4716-8AE2-6679A50160D7}" dt="2024-09-03T15:16:28.679" v="57" actId="6264"/>
          <ac:spMkLst>
            <pc:docMk/>
            <pc:sldMk cId="3522981326" sldId="257"/>
            <ac:spMk id="3" creationId="{297281F5-03AD-3AB9-90FB-5A7B57F1C027}"/>
          </ac:spMkLst>
        </pc:spChg>
        <pc:spChg chg="add del mod">
          <ac:chgData name="Ali Ahmad" userId="d3510f94-5988-4c3a-9ef9-f2f99b91dc31" providerId="ADAL" clId="{222E2125-EB2D-4716-8AE2-6679A50160D7}" dt="2024-09-03T15:16:28.679" v="57" actId="6264"/>
          <ac:spMkLst>
            <pc:docMk/>
            <pc:sldMk cId="3522981326" sldId="257"/>
            <ac:spMk id="4" creationId="{942B70C4-0120-DCA4-F3EB-C7E2BADDF0DC}"/>
          </ac:spMkLst>
        </pc:spChg>
        <pc:spChg chg="add mod ord">
          <ac:chgData name="Ali Ahmad" userId="d3510f94-5988-4c3a-9ef9-f2f99b91dc31" providerId="ADAL" clId="{222E2125-EB2D-4716-8AE2-6679A50160D7}" dt="2024-09-03T15:16:28.679" v="57" actId="6264"/>
          <ac:spMkLst>
            <pc:docMk/>
            <pc:sldMk cId="3522981326" sldId="257"/>
            <ac:spMk id="5" creationId="{A3BC341F-F120-16F1-4132-DCA500ECB8BD}"/>
          </ac:spMkLst>
        </pc:spChg>
      </pc:sldChg>
      <pc:sldChg chg="addSp delSp modSp new mod">
        <pc:chgData name="Ali Ahmad" userId="d3510f94-5988-4c3a-9ef9-f2f99b91dc31" providerId="ADAL" clId="{222E2125-EB2D-4716-8AE2-6679A50160D7}" dt="2024-09-03T16:24:07.947" v="1149" actId="20577"/>
        <pc:sldMkLst>
          <pc:docMk/>
          <pc:sldMk cId="333086832" sldId="258"/>
        </pc:sldMkLst>
        <pc:spChg chg="mod">
          <ac:chgData name="Ali Ahmad" userId="d3510f94-5988-4c3a-9ef9-f2f99b91dc31" providerId="ADAL" clId="{222E2125-EB2D-4716-8AE2-6679A50160D7}" dt="2024-09-03T15:18:54.626" v="95" actId="113"/>
          <ac:spMkLst>
            <pc:docMk/>
            <pc:sldMk cId="333086832" sldId="258"/>
            <ac:spMk id="2" creationId="{FF441323-4EC6-EDBF-8B2F-91031692055C}"/>
          </ac:spMkLst>
        </pc:spChg>
        <pc:spChg chg="mod">
          <ac:chgData name="Ali Ahmad" userId="d3510f94-5988-4c3a-9ef9-f2f99b91dc31" providerId="ADAL" clId="{222E2125-EB2D-4716-8AE2-6679A50160D7}" dt="2024-09-03T16:24:07.947" v="1149" actId="20577"/>
          <ac:spMkLst>
            <pc:docMk/>
            <pc:sldMk cId="333086832" sldId="258"/>
            <ac:spMk id="3" creationId="{864EEEC7-BFE3-E8A1-062C-F7A682CE01AD}"/>
          </ac:spMkLst>
        </pc:spChg>
        <pc:spChg chg="del">
          <ac:chgData name="Ali Ahmad" userId="d3510f94-5988-4c3a-9ef9-f2f99b91dc31" providerId="ADAL" clId="{222E2125-EB2D-4716-8AE2-6679A50160D7}" dt="2024-09-03T16:21:35.306" v="1089" actId="478"/>
          <ac:spMkLst>
            <pc:docMk/>
            <pc:sldMk cId="333086832" sldId="258"/>
            <ac:spMk id="4" creationId="{21117778-FAB9-1335-5CF3-2233C4E4C342}"/>
          </ac:spMkLst>
        </pc:spChg>
        <pc:picChg chg="add mod">
          <ac:chgData name="Ali Ahmad" userId="d3510f94-5988-4c3a-9ef9-f2f99b91dc31" providerId="ADAL" clId="{222E2125-EB2D-4716-8AE2-6679A50160D7}" dt="2024-09-03T16:22:09.556" v="1099" actId="1076"/>
          <ac:picMkLst>
            <pc:docMk/>
            <pc:sldMk cId="333086832" sldId="258"/>
            <ac:picMk id="6" creationId="{AA51A6C3-8D7F-42D5-A580-31B5CCF978A2}"/>
          </ac:picMkLst>
        </pc:picChg>
        <pc:picChg chg="add mod">
          <ac:chgData name="Ali Ahmad" userId="d3510f94-5988-4c3a-9ef9-f2f99b91dc31" providerId="ADAL" clId="{222E2125-EB2D-4716-8AE2-6679A50160D7}" dt="2024-09-03T16:22:10.559" v="1100" actId="1076"/>
          <ac:picMkLst>
            <pc:docMk/>
            <pc:sldMk cId="333086832" sldId="258"/>
            <ac:picMk id="8" creationId="{E1183400-4357-3720-F656-7CDAD9955152}"/>
          </ac:picMkLst>
        </pc:picChg>
        <pc:cxnChg chg="add mod">
          <ac:chgData name="Ali Ahmad" userId="d3510f94-5988-4c3a-9ef9-f2f99b91dc31" providerId="ADAL" clId="{222E2125-EB2D-4716-8AE2-6679A50160D7}" dt="2024-09-03T16:23:53.021" v="1137" actId="1076"/>
          <ac:cxnSpMkLst>
            <pc:docMk/>
            <pc:sldMk cId="333086832" sldId="258"/>
            <ac:cxnSpMk id="9" creationId="{1F4F75BE-DDC1-8FDE-9EA6-5BAC6391EC05}"/>
          </ac:cxnSpMkLst>
        </pc:cxnChg>
      </pc:sldChg>
      <pc:sldChg chg="addSp delSp modSp new mod ord">
        <pc:chgData name="Ali Ahmad" userId="d3510f94-5988-4c3a-9ef9-f2f99b91dc31" providerId="ADAL" clId="{222E2125-EB2D-4716-8AE2-6679A50160D7}" dt="2024-09-04T07:45:05.364" v="1498" actId="1076"/>
        <pc:sldMkLst>
          <pc:docMk/>
          <pc:sldMk cId="1244894969" sldId="259"/>
        </pc:sldMkLst>
        <pc:spChg chg="mod">
          <ac:chgData name="Ali Ahmad" userId="d3510f94-5988-4c3a-9ef9-f2f99b91dc31" providerId="ADAL" clId="{222E2125-EB2D-4716-8AE2-6679A50160D7}" dt="2024-09-03T15:19:03.874" v="124" actId="20577"/>
          <ac:spMkLst>
            <pc:docMk/>
            <pc:sldMk cId="1244894969" sldId="259"/>
            <ac:spMk id="2" creationId="{1FE24B03-AA3A-063B-47A9-E6D9E66527A3}"/>
          </ac:spMkLst>
        </pc:spChg>
        <pc:spChg chg="mod">
          <ac:chgData name="Ali Ahmad" userId="d3510f94-5988-4c3a-9ef9-f2f99b91dc31" providerId="ADAL" clId="{222E2125-EB2D-4716-8AE2-6679A50160D7}" dt="2024-09-04T07:45:00.480" v="1497" actId="20577"/>
          <ac:spMkLst>
            <pc:docMk/>
            <pc:sldMk cId="1244894969" sldId="259"/>
            <ac:spMk id="3" creationId="{4F670CE0-1CA8-715A-00A3-F38DAB303988}"/>
          </ac:spMkLst>
        </pc:spChg>
        <pc:spChg chg="del">
          <ac:chgData name="Ali Ahmad" userId="d3510f94-5988-4c3a-9ef9-f2f99b91dc31" providerId="ADAL" clId="{222E2125-EB2D-4716-8AE2-6679A50160D7}" dt="2024-09-03T16:08:21.632" v="712" actId="478"/>
          <ac:spMkLst>
            <pc:docMk/>
            <pc:sldMk cId="1244894969" sldId="259"/>
            <ac:spMk id="4" creationId="{E1229AC5-28DB-D487-D28C-681D45C4F869}"/>
          </ac:spMkLst>
        </pc:spChg>
        <pc:spChg chg="add mod">
          <ac:chgData name="Ali Ahmad" userId="d3510f94-5988-4c3a-9ef9-f2f99b91dc31" providerId="ADAL" clId="{222E2125-EB2D-4716-8AE2-6679A50160D7}" dt="2024-09-04T07:45:05.364" v="1498" actId="1076"/>
          <ac:spMkLst>
            <pc:docMk/>
            <pc:sldMk cId="1244894969" sldId="259"/>
            <ac:spMk id="7" creationId="{9AE336E2-BFE9-301A-AFA2-2180EEC07102}"/>
          </ac:spMkLst>
        </pc:spChg>
        <pc:spChg chg="add mod">
          <ac:chgData name="Ali Ahmad" userId="d3510f94-5988-4c3a-9ef9-f2f99b91dc31" providerId="ADAL" clId="{222E2125-EB2D-4716-8AE2-6679A50160D7}" dt="2024-09-03T16:23:25.512" v="1135" actId="208"/>
          <ac:spMkLst>
            <pc:docMk/>
            <pc:sldMk cId="1244894969" sldId="259"/>
            <ac:spMk id="8" creationId="{2F76FB0A-6CB5-47EB-50C2-6A2B95E1B209}"/>
          </ac:spMkLst>
        </pc:spChg>
        <pc:picChg chg="add mod modCrop">
          <ac:chgData name="Ali Ahmad" userId="d3510f94-5988-4c3a-9ef9-f2f99b91dc31" providerId="ADAL" clId="{222E2125-EB2D-4716-8AE2-6679A50160D7}" dt="2024-09-03T16:18:57.251" v="1048" actId="14100"/>
          <ac:picMkLst>
            <pc:docMk/>
            <pc:sldMk cId="1244894969" sldId="259"/>
            <ac:picMk id="6" creationId="{A50E1FC3-538B-418A-C72B-4CCF4A773035}"/>
          </ac:picMkLst>
        </pc:picChg>
      </pc:sldChg>
      <pc:sldChg chg="modSp new del mod">
        <pc:chgData name="Ali Ahmad" userId="d3510f94-5988-4c3a-9ef9-f2f99b91dc31" providerId="ADAL" clId="{222E2125-EB2D-4716-8AE2-6679A50160D7}" dt="2024-09-03T16:06:58.227" v="711" actId="2696"/>
        <pc:sldMkLst>
          <pc:docMk/>
          <pc:sldMk cId="1239009992" sldId="260"/>
        </pc:sldMkLst>
        <pc:spChg chg="mod">
          <ac:chgData name="Ali Ahmad" userId="d3510f94-5988-4c3a-9ef9-f2f99b91dc31" providerId="ADAL" clId="{222E2125-EB2D-4716-8AE2-6679A50160D7}" dt="2024-09-03T15:19:13.315" v="154" actId="20577"/>
          <ac:spMkLst>
            <pc:docMk/>
            <pc:sldMk cId="1239009992" sldId="260"/>
            <ac:spMk id="2" creationId="{D7C28A1F-64A5-4C7A-A46C-4BA2B1EEA769}"/>
          </ac:spMkLst>
        </pc:spChg>
      </pc:sldChg>
      <pc:sldChg chg="addSp delSp modSp new mod">
        <pc:chgData name="Ali Ahmad" userId="d3510f94-5988-4c3a-9ef9-f2f99b91dc31" providerId="ADAL" clId="{222E2125-EB2D-4716-8AE2-6679A50160D7}" dt="2024-09-03T16:29:28.807" v="1193" actId="20577"/>
        <pc:sldMkLst>
          <pc:docMk/>
          <pc:sldMk cId="1008302173" sldId="261"/>
        </pc:sldMkLst>
        <pc:spChg chg="mod">
          <ac:chgData name="Ali Ahmad" userId="d3510f94-5988-4c3a-9ef9-f2f99b91dc31" providerId="ADAL" clId="{222E2125-EB2D-4716-8AE2-6679A50160D7}" dt="2024-09-03T15:19:21.270" v="181" actId="20577"/>
          <ac:spMkLst>
            <pc:docMk/>
            <pc:sldMk cId="1008302173" sldId="261"/>
            <ac:spMk id="2" creationId="{1F1EED45-DF7A-8484-AA42-BF4F3443B7AD}"/>
          </ac:spMkLst>
        </pc:spChg>
        <pc:spChg chg="mod">
          <ac:chgData name="Ali Ahmad" userId="d3510f94-5988-4c3a-9ef9-f2f99b91dc31" providerId="ADAL" clId="{222E2125-EB2D-4716-8AE2-6679A50160D7}" dt="2024-09-03T16:29:28.807" v="1193" actId="20577"/>
          <ac:spMkLst>
            <pc:docMk/>
            <pc:sldMk cId="1008302173" sldId="261"/>
            <ac:spMk id="3" creationId="{4071300D-C04A-F902-6B47-B80F46573FFC}"/>
          </ac:spMkLst>
        </pc:spChg>
        <pc:spChg chg="del">
          <ac:chgData name="Ali Ahmad" userId="d3510f94-5988-4c3a-9ef9-f2f99b91dc31" providerId="ADAL" clId="{222E2125-EB2D-4716-8AE2-6679A50160D7}" dt="2024-09-03T16:26:24.828" v="1150" actId="478"/>
          <ac:spMkLst>
            <pc:docMk/>
            <pc:sldMk cId="1008302173" sldId="261"/>
            <ac:spMk id="4" creationId="{74BF5279-F628-D54B-E742-AE5C61417D53}"/>
          </ac:spMkLst>
        </pc:spChg>
        <pc:picChg chg="add mod">
          <ac:chgData name="Ali Ahmad" userId="d3510f94-5988-4c3a-9ef9-f2f99b91dc31" providerId="ADAL" clId="{222E2125-EB2D-4716-8AE2-6679A50160D7}" dt="2024-09-03T16:27:30.108" v="1161" actId="1076"/>
          <ac:picMkLst>
            <pc:docMk/>
            <pc:sldMk cId="1008302173" sldId="261"/>
            <ac:picMk id="6" creationId="{6CED0410-4F2A-A9C9-D932-F9B967B23698}"/>
          </ac:picMkLst>
        </pc:picChg>
        <pc:picChg chg="add mod">
          <ac:chgData name="Ali Ahmad" userId="d3510f94-5988-4c3a-9ef9-f2f99b91dc31" providerId="ADAL" clId="{222E2125-EB2D-4716-8AE2-6679A50160D7}" dt="2024-09-03T16:27:33.699" v="1162" actId="1076"/>
          <ac:picMkLst>
            <pc:docMk/>
            <pc:sldMk cId="1008302173" sldId="261"/>
            <ac:picMk id="8" creationId="{8235AC8E-B5B5-1F1D-B78B-959EA72187AF}"/>
          </ac:picMkLst>
        </pc:picChg>
      </pc:sldChg>
      <pc:sldChg chg="addSp delSp modSp new mod modClrScheme chgLayout">
        <pc:chgData name="Ali Ahmad" userId="d3510f94-5988-4c3a-9ef9-f2f99b91dc31" providerId="ADAL" clId="{222E2125-EB2D-4716-8AE2-6679A50160D7}" dt="2024-09-03T16:35:07.273" v="1348" actId="27636"/>
        <pc:sldMkLst>
          <pc:docMk/>
          <pc:sldMk cId="75864475" sldId="262"/>
        </pc:sldMkLst>
        <pc:spChg chg="mod ord">
          <ac:chgData name="Ali Ahmad" userId="d3510f94-5988-4c3a-9ef9-f2f99b91dc31" providerId="ADAL" clId="{222E2125-EB2D-4716-8AE2-6679A50160D7}" dt="2024-09-03T16:34:04.728" v="1302" actId="700"/>
          <ac:spMkLst>
            <pc:docMk/>
            <pc:sldMk cId="75864475" sldId="262"/>
            <ac:spMk id="2" creationId="{891BB6A6-744C-74B5-068C-31DF311F2E42}"/>
          </ac:spMkLst>
        </pc:spChg>
        <pc:spChg chg="del mod ord">
          <ac:chgData name="Ali Ahmad" userId="d3510f94-5988-4c3a-9ef9-f2f99b91dc31" providerId="ADAL" clId="{222E2125-EB2D-4716-8AE2-6679A50160D7}" dt="2024-09-03T15:19:37.456" v="192" actId="700"/>
          <ac:spMkLst>
            <pc:docMk/>
            <pc:sldMk cId="75864475" sldId="262"/>
            <ac:spMk id="3" creationId="{E627562F-222F-3E4F-CE3D-8BF0ABBF1EA2}"/>
          </ac:spMkLst>
        </pc:spChg>
        <pc:spChg chg="del">
          <ac:chgData name="Ali Ahmad" userId="d3510f94-5988-4c3a-9ef9-f2f99b91dc31" providerId="ADAL" clId="{222E2125-EB2D-4716-8AE2-6679A50160D7}" dt="2024-09-03T15:19:37.456" v="192" actId="700"/>
          <ac:spMkLst>
            <pc:docMk/>
            <pc:sldMk cId="75864475" sldId="262"/>
            <ac:spMk id="4" creationId="{CDFB078A-4A14-BF1E-1991-0A7AE98B97C8}"/>
          </ac:spMkLst>
        </pc:spChg>
        <pc:spChg chg="add mod ord">
          <ac:chgData name="Ali Ahmad" userId="d3510f94-5988-4c3a-9ef9-f2f99b91dc31" providerId="ADAL" clId="{222E2125-EB2D-4716-8AE2-6679A50160D7}" dt="2024-09-03T16:35:07.273" v="1348" actId="27636"/>
          <ac:spMkLst>
            <pc:docMk/>
            <pc:sldMk cId="75864475" sldId="262"/>
            <ac:spMk id="5" creationId="{078AD1BC-ECB0-8FAC-B8AF-195F4DF85279}"/>
          </ac:spMkLst>
        </pc:spChg>
        <pc:spChg chg="add del mod ord">
          <ac:chgData name="Ali Ahmad" userId="d3510f94-5988-4c3a-9ef9-f2f99b91dc31" providerId="ADAL" clId="{222E2125-EB2D-4716-8AE2-6679A50160D7}" dt="2024-09-03T16:30:13.279" v="1194" actId="700"/>
          <ac:spMkLst>
            <pc:docMk/>
            <pc:sldMk cId="75864475" sldId="262"/>
            <ac:spMk id="6" creationId="{32AE3758-99C3-1D5E-341A-FA03621D51B6}"/>
          </ac:spMkLst>
        </pc:spChg>
        <pc:spChg chg="add mod ord">
          <ac:chgData name="Ali Ahmad" userId="d3510f94-5988-4c3a-9ef9-f2f99b91dc31" providerId="ADAL" clId="{222E2125-EB2D-4716-8AE2-6679A50160D7}" dt="2024-09-03T16:34:11.796" v="1317" actId="20577"/>
          <ac:spMkLst>
            <pc:docMk/>
            <pc:sldMk cId="75864475" sldId="262"/>
            <ac:spMk id="7" creationId="{6DB5C43B-E784-C9BD-AFBF-26FC1D8FD751}"/>
          </ac:spMkLst>
        </pc:spChg>
        <pc:spChg chg="add mod ord">
          <ac:chgData name="Ali Ahmad" userId="d3510f94-5988-4c3a-9ef9-f2f99b91dc31" providerId="ADAL" clId="{222E2125-EB2D-4716-8AE2-6679A50160D7}" dt="2024-09-03T16:34:57.656" v="1344" actId="20577"/>
          <ac:spMkLst>
            <pc:docMk/>
            <pc:sldMk cId="75864475" sldId="262"/>
            <ac:spMk id="8" creationId="{D493FBA5-1FCE-4950-5EC5-479C0DE4BFE7}"/>
          </ac:spMkLst>
        </pc:spChg>
        <pc:spChg chg="add mod ord">
          <ac:chgData name="Ali Ahmad" userId="d3510f94-5988-4c3a-9ef9-f2f99b91dc31" providerId="ADAL" clId="{222E2125-EB2D-4716-8AE2-6679A50160D7}" dt="2024-09-03T16:34:53.010" v="1337" actId="14100"/>
          <ac:spMkLst>
            <pc:docMk/>
            <pc:sldMk cId="75864475" sldId="262"/>
            <ac:spMk id="9" creationId="{8BB130CF-2DD1-4F93-32BF-851910EF2C22}"/>
          </ac:spMkLst>
        </pc:spChg>
      </pc:sldChg>
      <pc:sldMasterChg chg="addSldLayout">
        <pc:chgData name="Ali Ahmad" userId="d3510f94-5988-4c3a-9ef9-f2f99b91dc31" providerId="ADAL" clId="{222E2125-EB2D-4716-8AE2-6679A50160D7}" dt="2024-09-03T15:16:07.392" v="0" actId="680"/>
        <pc:sldMasterMkLst>
          <pc:docMk/>
          <pc:sldMasterMk cId="1224790544" sldId="2147483648"/>
        </pc:sldMasterMkLst>
        <pc:sldLayoutChg chg="add">
          <pc:chgData name="Ali Ahmad" userId="d3510f94-5988-4c3a-9ef9-f2f99b91dc31" providerId="ADAL" clId="{222E2125-EB2D-4716-8AE2-6679A50160D7}" dt="2024-09-03T15:16:07.392" v="0" actId="680"/>
          <pc:sldLayoutMkLst>
            <pc:docMk/>
            <pc:sldMasterMk cId="1224790544" sldId="2147483648"/>
            <pc:sldLayoutMk cId="3200753223" sldId="2147483649"/>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2/12/2026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9297101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2/12/2026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49798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2/12/2026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66529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2/12/2026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92591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2/12/2026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34775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2/12/2026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6562724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2/12/2026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83949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2/12/2026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5000329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2/12/2026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834013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2/12/2026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42975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2/12/2026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9004860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64DE79-268F-4C1A-8933-263129D2AF90}" type="datetimeFigureOut">
              <a:rPr lang="en-US" dirty="0"/>
              <a:t>2/12/2026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2006386759"/>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3D5CC-2FCA-6593-9BCE-672700C84C63}"/>
              </a:ext>
            </a:extLst>
          </p:cNvPr>
          <p:cNvSpPr>
            <a:spLocks noGrp="1"/>
          </p:cNvSpPr>
          <p:nvPr>
            <p:ph type="ctrTitle"/>
          </p:nvPr>
        </p:nvSpPr>
        <p:spPr/>
        <p:txBody>
          <a:bodyPr/>
          <a:lstStyle/>
          <a:p>
            <a:r>
              <a:rPr lang="en-US" dirty="0"/>
              <a:t>Data Presentation</a:t>
            </a:r>
            <a:endParaRPr lang="nb-NO" dirty="0"/>
          </a:p>
        </p:txBody>
      </p:sp>
      <p:sp>
        <p:nvSpPr>
          <p:cNvPr id="3" name="Subtitle 2">
            <a:extLst>
              <a:ext uri="{FF2B5EF4-FFF2-40B4-BE49-F238E27FC236}">
                <a16:creationId xmlns:a16="http://schemas.microsoft.com/office/drawing/2014/main" id="{F3978D01-91D1-9F24-CCFC-EB29E23342F8}"/>
              </a:ext>
            </a:extLst>
          </p:cNvPr>
          <p:cNvSpPr>
            <a:spLocks noGrp="1"/>
          </p:cNvSpPr>
          <p:nvPr>
            <p:ph type="subTitle" idx="1"/>
          </p:nvPr>
        </p:nvSpPr>
        <p:spPr/>
        <p:txBody>
          <a:bodyPr/>
          <a:lstStyle/>
          <a:p>
            <a:r>
              <a:rPr lang="en-US" altLang="zh-CN" dirty="0"/>
              <a:t>Jiejun</a:t>
            </a:r>
            <a:endParaRPr lang="nb-NO" dirty="0"/>
          </a:p>
        </p:txBody>
      </p:sp>
    </p:spTree>
    <p:extLst>
      <p:ext uri="{BB962C8B-B14F-4D97-AF65-F5344CB8AC3E}">
        <p14:creationId xmlns:p14="http://schemas.microsoft.com/office/powerpoint/2010/main" val="5422706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F5C45-14DB-B2DE-9A16-7462E467658E}"/>
              </a:ext>
            </a:extLst>
          </p:cNvPr>
          <p:cNvSpPr>
            <a:spLocks noGrp="1"/>
          </p:cNvSpPr>
          <p:nvPr>
            <p:ph type="title"/>
          </p:nvPr>
        </p:nvSpPr>
        <p:spPr/>
        <p:txBody>
          <a:bodyPr/>
          <a:lstStyle/>
          <a:p>
            <a:r>
              <a:rPr lang="en-US" altLang="zh-CN" dirty="0"/>
              <a:t>Problem Background</a:t>
            </a:r>
            <a:endParaRPr lang="zh-CN" altLang="en-US" dirty="0"/>
          </a:p>
        </p:txBody>
      </p:sp>
      <p:sp>
        <p:nvSpPr>
          <p:cNvPr id="3" name="Content Placeholder 2">
            <a:extLst>
              <a:ext uri="{FF2B5EF4-FFF2-40B4-BE49-F238E27FC236}">
                <a16:creationId xmlns:a16="http://schemas.microsoft.com/office/drawing/2014/main" id="{343D195F-2C4C-6060-16BB-F1D5B180492D}"/>
              </a:ext>
            </a:extLst>
          </p:cNvPr>
          <p:cNvSpPr>
            <a:spLocks noGrp="1"/>
          </p:cNvSpPr>
          <p:nvPr>
            <p:ph idx="1"/>
          </p:nvPr>
        </p:nvSpPr>
        <p:spPr/>
        <p:txBody>
          <a:bodyPr>
            <a:normAutofit fontScale="70000" lnSpcReduction="20000"/>
          </a:bodyPr>
          <a:lstStyle/>
          <a:p>
            <a:r>
              <a:rPr lang="en-US" altLang="zh-CN" sz="2400" dirty="0" err="1"/>
              <a:t>ShopEasy</a:t>
            </a:r>
            <a:r>
              <a:rPr lang="en-US" altLang="zh-CN" sz="2400" dirty="0"/>
              <a:t>, an online retail business, is facing reduced customer engagement and conversion rates despite launching several new online marketing campaigns.</a:t>
            </a:r>
          </a:p>
          <a:p>
            <a:pPr>
              <a:lnSpc>
                <a:spcPct val="170000"/>
              </a:lnSpc>
            </a:pPr>
            <a:r>
              <a:rPr lang="en-US" altLang="zh-CN" b="1" dirty="0"/>
              <a:t>Key Points:</a:t>
            </a:r>
            <a:endParaRPr lang="en-US" altLang="zh-CN" dirty="0"/>
          </a:p>
          <a:p>
            <a:pPr lvl="1">
              <a:lnSpc>
                <a:spcPct val="170000"/>
              </a:lnSpc>
            </a:pPr>
            <a:r>
              <a:rPr lang="en-US" altLang="zh-CN" b="1" dirty="0"/>
              <a:t>Reduced Customer Engagement:</a:t>
            </a:r>
            <a:r>
              <a:rPr lang="en-US" altLang="zh-CN" dirty="0"/>
              <a:t> The number of customer interactions and engagement with the site and marketing content has declined.</a:t>
            </a:r>
          </a:p>
          <a:p>
            <a:pPr lvl="1">
              <a:lnSpc>
                <a:spcPct val="170000"/>
              </a:lnSpc>
            </a:pPr>
            <a:r>
              <a:rPr lang="en-US" altLang="zh-CN" b="1" dirty="0"/>
              <a:t>Decreased Conversion Rates:</a:t>
            </a:r>
            <a:r>
              <a:rPr lang="en-US" altLang="zh-CN" dirty="0"/>
              <a:t> Fewer site visitors are converting into paying customers.</a:t>
            </a:r>
          </a:p>
          <a:p>
            <a:pPr lvl="1">
              <a:lnSpc>
                <a:spcPct val="170000"/>
              </a:lnSpc>
            </a:pPr>
            <a:r>
              <a:rPr lang="en-US" altLang="zh-CN" b="1" dirty="0"/>
              <a:t>High Marketing Expenses:</a:t>
            </a:r>
            <a:r>
              <a:rPr lang="en-US" altLang="zh-CN" dirty="0"/>
              <a:t> Significant investments in marketing campaigns are not yielding expected returns.</a:t>
            </a:r>
          </a:p>
          <a:p>
            <a:pPr lvl="1">
              <a:lnSpc>
                <a:spcPct val="170000"/>
              </a:lnSpc>
            </a:pPr>
            <a:r>
              <a:rPr lang="en-US" altLang="zh-CN" b="1" dirty="0"/>
              <a:t>Need for Customer Feedback Analysis:</a:t>
            </a:r>
            <a:r>
              <a:rPr lang="en-US" altLang="zh-CN" dirty="0"/>
              <a:t> Understanding customer opinions about products and services is crucial for improving engagement and conversions.</a:t>
            </a:r>
          </a:p>
          <a:p>
            <a:endParaRPr lang="zh-CN" altLang="en-US" sz="2400" dirty="0"/>
          </a:p>
        </p:txBody>
      </p:sp>
    </p:spTree>
    <p:extLst>
      <p:ext uri="{BB962C8B-B14F-4D97-AF65-F5344CB8AC3E}">
        <p14:creationId xmlns:p14="http://schemas.microsoft.com/office/powerpoint/2010/main" val="31285279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73B2F-B56B-65EC-7811-257EB961A521}"/>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AA4D13C3-7313-5A49-0CB0-0F33F25A40F0}"/>
              </a:ext>
            </a:extLst>
          </p:cNvPr>
          <p:cNvPicPr>
            <a:picLocks noChangeAspect="1"/>
          </p:cNvPicPr>
          <p:nvPr/>
        </p:nvPicPr>
        <p:blipFill>
          <a:blip r:embed="rId2"/>
          <a:stretch>
            <a:fillRect/>
          </a:stretch>
        </p:blipFill>
        <p:spPr>
          <a:xfrm>
            <a:off x="828136" y="1605345"/>
            <a:ext cx="7928135" cy="4456808"/>
          </a:xfrm>
          <a:prstGeom prst="rect">
            <a:avLst/>
          </a:prstGeom>
        </p:spPr>
      </p:pic>
      <p:sp>
        <p:nvSpPr>
          <p:cNvPr id="4" name="Title 3">
            <a:extLst>
              <a:ext uri="{FF2B5EF4-FFF2-40B4-BE49-F238E27FC236}">
                <a16:creationId xmlns:a16="http://schemas.microsoft.com/office/drawing/2014/main" id="{AC25C970-BA88-9F4D-8633-744B05D8FB78}"/>
              </a:ext>
            </a:extLst>
          </p:cNvPr>
          <p:cNvSpPr>
            <a:spLocks noGrp="1"/>
          </p:cNvSpPr>
          <p:nvPr>
            <p:ph type="title"/>
          </p:nvPr>
        </p:nvSpPr>
        <p:spPr>
          <a:xfrm>
            <a:off x="570781" y="373752"/>
            <a:ext cx="10515600" cy="1325563"/>
          </a:xfrm>
        </p:spPr>
        <p:txBody>
          <a:bodyPr/>
          <a:lstStyle/>
          <a:p>
            <a:r>
              <a:rPr lang="nb-NO" dirty="0" err="1"/>
              <a:t>Overview</a:t>
            </a:r>
            <a:endParaRPr lang="nb-NO" dirty="0"/>
          </a:p>
        </p:txBody>
      </p:sp>
      <p:sp>
        <p:nvSpPr>
          <p:cNvPr id="6" name="Content Placeholder 5">
            <a:extLst>
              <a:ext uri="{FF2B5EF4-FFF2-40B4-BE49-F238E27FC236}">
                <a16:creationId xmlns:a16="http://schemas.microsoft.com/office/drawing/2014/main" id="{FBA9B32C-F3AD-9AB7-A231-3A928B633007}"/>
              </a:ext>
            </a:extLst>
          </p:cNvPr>
          <p:cNvSpPr>
            <a:spLocks noGrp="1"/>
          </p:cNvSpPr>
          <p:nvPr>
            <p:ph sz="half" idx="1"/>
          </p:nvPr>
        </p:nvSpPr>
        <p:spPr>
          <a:xfrm>
            <a:off x="8405003" y="715992"/>
            <a:ext cx="3679929" cy="5564038"/>
          </a:xfrm>
        </p:spPr>
        <p:txBody>
          <a:bodyPr>
            <a:noAutofit/>
          </a:bodyPr>
          <a:lstStyle/>
          <a:p>
            <a:pPr>
              <a:lnSpc>
                <a:spcPct val="160000"/>
              </a:lnSpc>
            </a:pPr>
            <a:r>
              <a:rPr lang="en-US" sz="1000" b="1" dirty="0"/>
              <a:t>Decreased Conversion Rates: </a:t>
            </a:r>
            <a:r>
              <a:rPr lang="en-US" altLang="zh-CN" sz="1000" dirty="0"/>
              <a:t>The conversion rate remained relatively stable in the first half of the year at around 10%, followed by a noticeable decline in July and August. September shows a sharp, short-term spike, likely driven by a specific campaign or promotional activity, as the rate quickly returned to baseline in October. A further investigation should be implemented in July and October</a:t>
            </a:r>
            <a:endParaRPr lang="en-US" sz="1000" dirty="0"/>
          </a:p>
          <a:p>
            <a:pPr>
              <a:lnSpc>
                <a:spcPct val="160000"/>
              </a:lnSpc>
            </a:pPr>
            <a:r>
              <a:rPr lang="en-US" sz="1000" b="1" dirty="0"/>
              <a:t>Reduced Customer Engagement:</a:t>
            </a:r>
          </a:p>
          <a:p>
            <a:pPr lvl="1">
              <a:lnSpc>
                <a:spcPct val="160000"/>
              </a:lnSpc>
            </a:pPr>
            <a:r>
              <a:rPr lang="en-US" sz="1000" dirty="0"/>
              <a:t>There is a decline in overall social media engagement, with views dropping throughout the year.</a:t>
            </a:r>
          </a:p>
          <a:p>
            <a:pPr lvl="1">
              <a:lnSpc>
                <a:spcPct val="160000"/>
              </a:lnSpc>
            </a:pPr>
            <a:r>
              <a:rPr lang="en-US" sz="1000" dirty="0"/>
              <a:t>While clicks and likes are low compared to views, the click-through rate stands at 6.17%, meaning that engaged users are still interacting effectively based on E-commerce  knowledge.</a:t>
            </a:r>
          </a:p>
          <a:p>
            <a:pPr>
              <a:lnSpc>
                <a:spcPct val="160000"/>
              </a:lnSpc>
            </a:pPr>
            <a:r>
              <a:rPr lang="en-US" sz="1000" b="1" dirty="0"/>
              <a:t>Customer Feedback Analysis:</a:t>
            </a:r>
          </a:p>
          <a:p>
            <a:pPr lvl="1">
              <a:lnSpc>
                <a:spcPct val="160000"/>
              </a:lnSpc>
            </a:pPr>
            <a:r>
              <a:rPr lang="en-US" sz="1000" dirty="0"/>
              <a:t>Customer ratings have remained consistent, averaging around 3.66 throughout the year.</a:t>
            </a:r>
          </a:p>
          <a:p>
            <a:pPr lvl="1">
              <a:lnSpc>
                <a:spcPct val="160000"/>
              </a:lnSpc>
            </a:pPr>
            <a:r>
              <a:rPr lang="en-US" sz="1000" dirty="0"/>
              <a:t>Although stable, the average rating is below the target of 4.0, suggesting a need for focused improvements in customer satisfaction, for products below 3,5.</a:t>
            </a:r>
            <a:endParaRPr lang="nb-NO" sz="1000" dirty="0"/>
          </a:p>
        </p:txBody>
      </p:sp>
      <p:cxnSp>
        <p:nvCxnSpPr>
          <p:cNvPr id="8" name="Straight Arrow Connector 7">
            <a:extLst>
              <a:ext uri="{FF2B5EF4-FFF2-40B4-BE49-F238E27FC236}">
                <a16:creationId xmlns:a16="http://schemas.microsoft.com/office/drawing/2014/main" id="{CBA41582-B2B4-E721-CFDA-F81048188A17}"/>
              </a:ext>
            </a:extLst>
          </p:cNvPr>
          <p:cNvCxnSpPr/>
          <p:nvPr/>
        </p:nvCxnSpPr>
        <p:spPr>
          <a:xfrm>
            <a:off x="4102196" y="2444091"/>
            <a:ext cx="828675"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9" name="Oval 8">
            <a:extLst>
              <a:ext uri="{FF2B5EF4-FFF2-40B4-BE49-F238E27FC236}">
                <a16:creationId xmlns:a16="http://schemas.microsoft.com/office/drawing/2014/main" id="{1AA68CE5-E3E2-BBA4-F2AB-0896BC001830}"/>
              </a:ext>
            </a:extLst>
          </p:cNvPr>
          <p:cNvSpPr/>
          <p:nvPr/>
        </p:nvSpPr>
        <p:spPr>
          <a:xfrm>
            <a:off x="5107253" y="2067349"/>
            <a:ext cx="916713" cy="957528"/>
          </a:xfrm>
          <a:prstGeom prst="ellipse">
            <a:avLst/>
          </a:prstGeom>
          <a:noFill/>
          <a:ln w="19050" cap="flat" cmpd="sng" algn="ctr">
            <a:solidFill>
              <a:srgbClr val="FF0000"/>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Straight Arrow Connector 10">
            <a:extLst>
              <a:ext uri="{FF2B5EF4-FFF2-40B4-BE49-F238E27FC236}">
                <a16:creationId xmlns:a16="http://schemas.microsoft.com/office/drawing/2014/main" id="{0C70A10B-31F5-56F0-B663-25C051271839}"/>
              </a:ext>
            </a:extLst>
          </p:cNvPr>
          <p:cNvCxnSpPr/>
          <p:nvPr/>
        </p:nvCxnSpPr>
        <p:spPr>
          <a:xfrm>
            <a:off x="7076536" y="3308185"/>
            <a:ext cx="1328467" cy="68148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2" name="Oval 11">
            <a:extLst>
              <a:ext uri="{FF2B5EF4-FFF2-40B4-BE49-F238E27FC236}">
                <a16:creationId xmlns:a16="http://schemas.microsoft.com/office/drawing/2014/main" id="{D20986CC-C19F-98E0-9623-C56DB6F18607}"/>
              </a:ext>
            </a:extLst>
          </p:cNvPr>
          <p:cNvSpPr/>
          <p:nvPr/>
        </p:nvSpPr>
        <p:spPr>
          <a:xfrm>
            <a:off x="7931270" y="3917756"/>
            <a:ext cx="345056" cy="759124"/>
          </a:xfrm>
          <a:prstGeom prst="ellipse">
            <a:avLst/>
          </a:prstGeom>
          <a:noFill/>
          <a:ln w="19050" cap="flat" cmpd="sng" algn="ctr">
            <a:solidFill>
              <a:srgbClr val="FF0000"/>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Tree>
    <p:extLst>
      <p:ext uri="{BB962C8B-B14F-4D97-AF65-F5344CB8AC3E}">
        <p14:creationId xmlns:p14="http://schemas.microsoft.com/office/powerpoint/2010/main" val="1333293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EEED2-F1D0-4576-546D-1290C9678F01}"/>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DCAA10DE-4D74-DBA3-509C-25149B3CE0EA}"/>
              </a:ext>
            </a:extLst>
          </p:cNvPr>
          <p:cNvPicPr>
            <a:picLocks noChangeAspect="1"/>
          </p:cNvPicPr>
          <p:nvPr/>
        </p:nvPicPr>
        <p:blipFill>
          <a:blip r:embed="rId2"/>
          <a:stretch>
            <a:fillRect/>
          </a:stretch>
        </p:blipFill>
        <p:spPr>
          <a:xfrm>
            <a:off x="4294204" y="2036795"/>
            <a:ext cx="8164561" cy="4148794"/>
          </a:xfrm>
          <a:prstGeom prst="rect">
            <a:avLst/>
          </a:prstGeom>
        </p:spPr>
      </p:pic>
      <p:sp>
        <p:nvSpPr>
          <p:cNvPr id="2" name="Title 1">
            <a:extLst>
              <a:ext uri="{FF2B5EF4-FFF2-40B4-BE49-F238E27FC236}">
                <a16:creationId xmlns:a16="http://schemas.microsoft.com/office/drawing/2014/main" id="{B16887BF-88C9-2220-579A-3A59D971C401}"/>
              </a:ext>
            </a:extLst>
          </p:cNvPr>
          <p:cNvSpPr>
            <a:spLocks noGrp="1"/>
          </p:cNvSpPr>
          <p:nvPr>
            <p:ph type="title"/>
          </p:nvPr>
        </p:nvSpPr>
        <p:spPr>
          <a:xfrm>
            <a:off x="193131" y="359317"/>
            <a:ext cx="10515600" cy="1325563"/>
          </a:xfrm>
        </p:spPr>
        <p:txBody>
          <a:bodyPr/>
          <a:lstStyle/>
          <a:p>
            <a:r>
              <a:rPr lang="nb-NO" dirty="0" err="1"/>
              <a:t>Decreased</a:t>
            </a:r>
            <a:r>
              <a:rPr lang="nb-NO" dirty="0"/>
              <a:t> Conversion Rates</a:t>
            </a:r>
          </a:p>
        </p:txBody>
      </p:sp>
      <p:sp>
        <p:nvSpPr>
          <p:cNvPr id="3" name="Content Placeholder 2">
            <a:extLst>
              <a:ext uri="{FF2B5EF4-FFF2-40B4-BE49-F238E27FC236}">
                <a16:creationId xmlns:a16="http://schemas.microsoft.com/office/drawing/2014/main" id="{1A171CA8-EC7A-B8C8-DDF7-600405DA557A}"/>
              </a:ext>
            </a:extLst>
          </p:cNvPr>
          <p:cNvSpPr>
            <a:spLocks noGrp="1"/>
          </p:cNvSpPr>
          <p:nvPr>
            <p:ph sz="half" idx="1"/>
          </p:nvPr>
        </p:nvSpPr>
        <p:spPr>
          <a:xfrm>
            <a:off x="193131" y="1834251"/>
            <a:ext cx="3835405" cy="4351338"/>
          </a:xfrm>
        </p:spPr>
        <p:txBody>
          <a:bodyPr>
            <a:normAutofit fontScale="32500" lnSpcReduction="20000"/>
          </a:bodyPr>
          <a:lstStyle/>
          <a:p>
            <a:pPr>
              <a:lnSpc>
                <a:spcPct val="170000"/>
              </a:lnSpc>
            </a:pPr>
            <a:r>
              <a:rPr lang="en-US" b="1" dirty="0"/>
              <a:t>General Conversion Trend:</a:t>
            </a:r>
          </a:p>
          <a:p>
            <a:pPr lvl="1">
              <a:lnSpc>
                <a:spcPct val="170000"/>
              </a:lnSpc>
            </a:pPr>
            <a:r>
              <a:rPr lang="en-US" altLang="zh-CN" dirty="0"/>
              <a:t>Conversion performance fluctuated throughout the year, with noticeable peaks in March and September, where a broader range of products achieved relatively strong conversion rates.</a:t>
            </a:r>
          </a:p>
          <a:p>
            <a:pPr lvl="1">
              <a:lnSpc>
                <a:spcPct val="170000"/>
              </a:lnSpc>
            </a:pPr>
            <a:r>
              <a:rPr lang="en-US" altLang="zh-CN" dirty="0"/>
              <a:t>In contrast, July and October recorded weaker overall performance (2.94% and 4.48% respectively). This decline appears to be associated with narrower promotional coverage and lower transaction volume</a:t>
            </a:r>
            <a:endParaRPr lang="en-US" dirty="0"/>
          </a:p>
          <a:p>
            <a:pPr>
              <a:lnSpc>
                <a:spcPct val="170000"/>
              </a:lnSpc>
            </a:pPr>
            <a:r>
              <a:rPr lang="en-US" altLang="zh-CN" b="1" dirty="0"/>
              <a:t>High-Performing Product Categories</a:t>
            </a:r>
            <a:r>
              <a:rPr lang="en-US" b="1" dirty="0"/>
              <a:t>:</a:t>
            </a:r>
          </a:p>
          <a:p>
            <a:pPr lvl="1">
              <a:lnSpc>
                <a:spcPct val="170000"/>
              </a:lnSpc>
            </a:pPr>
            <a:r>
              <a:rPr lang="en-US" altLang="zh-CN" dirty="0"/>
              <a:t>In peak months such as March and September, several products consistently demonstrated stronger conversion performance, including: Fitness Tracker, Dumbbells</a:t>
            </a:r>
            <a:r>
              <a:rPr lang="en-US" dirty="0"/>
              <a:t>, Cycling Helmet and climbing  Robe. </a:t>
            </a:r>
            <a:r>
              <a:rPr lang="en-US" altLang="zh-CN" dirty="0"/>
              <a:t>However, in July and October, these categories either received limited campaign support or experienced reduced traffic contribution, which may have constrained their overall impact on monthly performance.</a:t>
            </a:r>
            <a:endParaRPr lang="en-US" dirty="0"/>
          </a:p>
        </p:txBody>
      </p:sp>
      <p:sp>
        <p:nvSpPr>
          <p:cNvPr id="9" name="Rectangle 8">
            <a:extLst>
              <a:ext uri="{FF2B5EF4-FFF2-40B4-BE49-F238E27FC236}">
                <a16:creationId xmlns:a16="http://schemas.microsoft.com/office/drawing/2014/main" id="{4C083A38-C633-6CBE-CF52-CC99BEA67DA7}"/>
              </a:ext>
            </a:extLst>
          </p:cNvPr>
          <p:cNvSpPr/>
          <p:nvPr/>
        </p:nvSpPr>
        <p:spPr>
          <a:xfrm>
            <a:off x="8652294" y="2036795"/>
            <a:ext cx="491706" cy="3761862"/>
          </a:xfrm>
          <a:prstGeom prst="rect">
            <a:avLst/>
          </a:prstGeom>
          <a:noFill/>
          <a:ln w="19050" cap="flat" cmpd="sng" algn="ctr">
            <a:solidFill>
              <a:srgbClr val="FF0000"/>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Rectangle 9">
            <a:extLst>
              <a:ext uri="{FF2B5EF4-FFF2-40B4-BE49-F238E27FC236}">
                <a16:creationId xmlns:a16="http://schemas.microsoft.com/office/drawing/2014/main" id="{F9CDFFEB-D141-F59A-7977-0F1811F6C3F3}"/>
              </a:ext>
            </a:extLst>
          </p:cNvPr>
          <p:cNvSpPr/>
          <p:nvPr/>
        </p:nvSpPr>
        <p:spPr>
          <a:xfrm>
            <a:off x="10229728" y="2036795"/>
            <a:ext cx="491706" cy="3761862"/>
          </a:xfrm>
          <a:prstGeom prst="rect">
            <a:avLst/>
          </a:prstGeom>
          <a:noFill/>
          <a:ln w="19050" cap="flat" cmpd="sng" algn="ctr">
            <a:solidFill>
              <a:srgbClr val="FF0000"/>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FF0000"/>
                </a:solidFill>
              </a:ln>
            </a:endParaRPr>
          </a:p>
        </p:txBody>
      </p:sp>
      <p:sp>
        <p:nvSpPr>
          <p:cNvPr id="11" name="Rectangle 10">
            <a:extLst>
              <a:ext uri="{FF2B5EF4-FFF2-40B4-BE49-F238E27FC236}">
                <a16:creationId xmlns:a16="http://schemas.microsoft.com/office/drawing/2014/main" id="{300E2825-A07B-E555-AA51-5A3753F8BB51}"/>
              </a:ext>
            </a:extLst>
          </p:cNvPr>
          <p:cNvSpPr/>
          <p:nvPr/>
        </p:nvSpPr>
        <p:spPr>
          <a:xfrm>
            <a:off x="4356811" y="3036497"/>
            <a:ext cx="8229129" cy="189372"/>
          </a:xfrm>
          <a:prstGeom prst="rect">
            <a:avLst/>
          </a:prstGeom>
          <a:noFill/>
          <a:ln w="19050" cap="flat" cmpd="sng" algn="ctr">
            <a:solidFill>
              <a:schemeClr val="accent6"/>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Rectangle 11">
            <a:extLst>
              <a:ext uri="{FF2B5EF4-FFF2-40B4-BE49-F238E27FC236}">
                <a16:creationId xmlns:a16="http://schemas.microsoft.com/office/drawing/2014/main" id="{7661C2C3-CDFA-79A9-06D2-D8A4B4CEF03D}"/>
              </a:ext>
            </a:extLst>
          </p:cNvPr>
          <p:cNvSpPr/>
          <p:nvPr/>
        </p:nvSpPr>
        <p:spPr>
          <a:xfrm>
            <a:off x="4389095" y="4027173"/>
            <a:ext cx="8196845" cy="224287"/>
          </a:xfrm>
          <a:prstGeom prst="rect">
            <a:avLst/>
          </a:prstGeom>
          <a:noFill/>
          <a:ln w="19050" cap="flat" cmpd="sng" algn="ctr">
            <a:solidFill>
              <a:schemeClr val="accent6"/>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EA72E"/>
              </a:solidFill>
            </a:endParaRPr>
          </a:p>
        </p:txBody>
      </p:sp>
      <p:sp>
        <p:nvSpPr>
          <p:cNvPr id="13" name="Rectangle 12">
            <a:extLst>
              <a:ext uri="{FF2B5EF4-FFF2-40B4-BE49-F238E27FC236}">
                <a16:creationId xmlns:a16="http://schemas.microsoft.com/office/drawing/2014/main" id="{DB207B9E-9667-125B-33BA-AB8FC60ACA26}"/>
              </a:ext>
            </a:extLst>
          </p:cNvPr>
          <p:cNvSpPr/>
          <p:nvPr/>
        </p:nvSpPr>
        <p:spPr>
          <a:xfrm>
            <a:off x="4356811" y="4951973"/>
            <a:ext cx="8367147" cy="370564"/>
          </a:xfrm>
          <a:prstGeom prst="rect">
            <a:avLst/>
          </a:prstGeom>
          <a:noFill/>
          <a:ln w="19050" cap="flat" cmpd="sng" algn="ctr">
            <a:solidFill>
              <a:schemeClr val="accent6"/>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6259389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ADE153-17C6-22C5-7B89-8C794DE5E5B7}"/>
              </a:ext>
            </a:extLst>
          </p:cNvPr>
          <p:cNvPicPr>
            <a:picLocks noChangeAspect="1"/>
          </p:cNvPicPr>
          <p:nvPr/>
        </p:nvPicPr>
        <p:blipFill>
          <a:blip r:embed="rId2"/>
          <a:stretch>
            <a:fillRect/>
          </a:stretch>
        </p:blipFill>
        <p:spPr>
          <a:xfrm>
            <a:off x="6672228" y="1327454"/>
            <a:ext cx="3884818" cy="2438935"/>
          </a:xfrm>
          <a:prstGeom prst="rect">
            <a:avLst/>
          </a:prstGeom>
        </p:spPr>
      </p:pic>
      <p:sp>
        <p:nvSpPr>
          <p:cNvPr id="2" name="Title 1">
            <a:extLst>
              <a:ext uri="{FF2B5EF4-FFF2-40B4-BE49-F238E27FC236}">
                <a16:creationId xmlns:a16="http://schemas.microsoft.com/office/drawing/2014/main" id="{FF441323-4EC6-EDBF-8B2F-91031692055C}"/>
              </a:ext>
            </a:extLst>
          </p:cNvPr>
          <p:cNvSpPr>
            <a:spLocks noGrp="1"/>
          </p:cNvSpPr>
          <p:nvPr>
            <p:ph type="title"/>
          </p:nvPr>
        </p:nvSpPr>
        <p:spPr/>
        <p:txBody>
          <a:bodyPr/>
          <a:lstStyle/>
          <a:p>
            <a:r>
              <a:rPr lang="en-US" dirty="0"/>
              <a:t>Reduced Customer Engagement</a:t>
            </a:r>
            <a:endParaRPr lang="nb-NO" dirty="0"/>
          </a:p>
        </p:txBody>
      </p:sp>
      <p:sp>
        <p:nvSpPr>
          <p:cNvPr id="3" name="Content Placeholder 2">
            <a:extLst>
              <a:ext uri="{FF2B5EF4-FFF2-40B4-BE49-F238E27FC236}">
                <a16:creationId xmlns:a16="http://schemas.microsoft.com/office/drawing/2014/main" id="{864EEEC7-BFE3-E8A1-062C-F7A682CE01AD}"/>
              </a:ext>
            </a:extLst>
          </p:cNvPr>
          <p:cNvSpPr>
            <a:spLocks noGrp="1"/>
          </p:cNvSpPr>
          <p:nvPr>
            <p:ph sz="half" idx="1"/>
          </p:nvPr>
        </p:nvSpPr>
        <p:spPr/>
        <p:txBody>
          <a:bodyPr>
            <a:normAutofit fontScale="47500" lnSpcReduction="20000"/>
          </a:bodyPr>
          <a:lstStyle/>
          <a:p>
            <a:pPr>
              <a:lnSpc>
                <a:spcPct val="170000"/>
              </a:lnSpc>
            </a:pPr>
            <a:r>
              <a:rPr lang="en-US" b="1" dirty="0"/>
              <a:t>Declining Views and low interaction:</a:t>
            </a:r>
          </a:p>
          <a:p>
            <a:pPr lvl="1">
              <a:lnSpc>
                <a:spcPct val="170000"/>
              </a:lnSpc>
            </a:pPr>
            <a:r>
              <a:rPr lang="en-US" dirty="0"/>
              <a:t>Views </a:t>
            </a:r>
            <a:r>
              <a:rPr lang="en-US" altLang="zh-CN" dirty="0"/>
              <a:t>have a consistent decline until September, then remain stable</a:t>
            </a:r>
            <a:r>
              <a:rPr lang="en-US" dirty="0"/>
              <a:t>. </a:t>
            </a:r>
            <a:r>
              <a:rPr lang="en-US" altLang="zh-CN" dirty="0"/>
              <a:t>Clicks and likes remained consistently low compared to views, suggesting the need for more engaging content or stronger calls to action</a:t>
            </a:r>
            <a:endParaRPr lang="en-US" dirty="0"/>
          </a:p>
          <a:p>
            <a:pPr>
              <a:lnSpc>
                <a:spcPct val="170000"/>
              </a:lnSpc>
            </a:pPr>
            <a:r>
              <a:rPr lang="en-US" b="1" dirty="0"/>
              <a:t>Content Type Performance:</a:t>
            </a:r>
          </a:p>
          <a:p>
            <a:pPr lvl="1">
              <a:lnSpc>
                <a:spcPct val="170000"/>
              </a:lnSpc>
            </a:pPr>
            <a:r>
              <a:rPr lang="en-US" altLang="zh-CN" dirty="0"/>
              <a:t>Traffic across all content types peaked in Q1 and gradually declined toward mid-year before partially Traffic across all content types peaked in Q1 and gradually declined toward mid-year before partially recovering in Q4. Blog content drives the highest volume but is also the most volatile, while social media traffic appears relatively stable throughout the year. The mid-year traffic decline likely contributed to the overall drop in conversion performance during July and August.</a:t>
            </a:r>
            <a:endParaRPr lang="nb-NO" dirty="0"/>
          </a:p>
        </p:txBody>
      </p:sp>
      <p:cxnSp>
        <p:nvCxnSpPr>
          <p:cNvPr id="9" name="Straight Arrow Connector 8">
            <a:extLst>
              <a:ext uri="{FF2B5EF4-FFF2-40B4-BE49-F238E27FC236}">
                <a16:creationId xmlns:a16="http://schemas.microsoft.com/office/drawing/2014/main" id="{1F4F75BE-DDC1-8FDE-9EA6-5BAC6391EC05}"/>
              </a:ext>
            </a:extLst>
          </p:cNvPr>
          <p:cNvCxnSpPr>
            <a:cxnSpLocks/>
          </p:cNvCxnSpPr>
          <p:nvPr/>
        </p:nvCxnSpPr>
        <p:spPr>
          <a:xfrm>
            <a:off x="8614637" y="2072047"/>
            <a:ext cx="1388788" cy="345478"/>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5" name="Picture 4">
            <a:extLst>
              <a:ext uri="{FF2B5EF4-FFF2-40B4-BE49-F238E27FC236}">
                <a16:creationId xmlns:a16="http://schemas.microsoft.com/office/drawing/2014/main" id="{297EA6C7-8CF8-D58C-C8EA-6BD2874A2025}"/>
              </a:ext>
            </a:extLst>
          </p:cNvPr>
          <p:cNvPicPr>
            <a:picLocks noChangeAspect="1"/>
          </p:cNvPicPr>
          <p:nvPr/>
        </p:nvPicPr>
        <p:blipFill>
          <a:blip r:embed="rId3"/>
          <a:stretch>
            <a:fillRect/>
          </a:stretch>
        </p:blipFill>
        <p:spPr>
          <a:xfrm>
            <a:off x="6581759" y="4060482"/>
            <a:ext cx="4065756" cy="2213660"/>
          </a:xfrm>
          <a:prstGeom prst="rect">
            <a:avLst/>
          </a:prstGeom>
        </p:spPr>
      </p:pic>
    </p:spTree>
    <p:extLst>
      <p:ext uri="{BB962C8B-B14F-4D97-AF65-F5344CB8AC3E}">
        <p14:creationId xmlns:p14="http://schemas.microsoft.com/office/powerpoint/2010/main" val="3330868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EED45-DF7A-8484-AA42-BF4F3443B7AD}"/>
              </a:ext>
            </a:extLst>
          </p:cNvPr>
          <p:cNvSpPr>
            <a:spLocks noGrp="1"/>
          </p:cNvSpPr>
          <p:nvPr>
            <p:ph type="title"/>
          </p:nvPr>
        </p:nvSpPr>
        <p:spPr/>
        <p:txBody>
          <a:bodyPr/>
          <a:lstStyle/>
          <a:p>
            <a:r>
              <a:rPr lang="nb-NO" dirty="0" err="1"/>
              <a:t>Customer</a:t>
            </a:r>
            <a:r>
              <a:rPr lang="nb-NO" dirty="0"/>
              <a:t> Feedback Analysis</a:t>
            </a:r>
          </a:p>
        </p:txBody>
      </p:sp>
      <p:sp>
        <p:nvSpPr>
          <p:cNvPr id="3" name="Content Placeholder 2">
            <a:extLst>
              <a:ext uri="{FF2B5EF4-FFF2-40B4-BE49-F238E27FC236}">
                <a16:creationId xmlns:a16="http://schemas.microsoft.com/office/drawing/2014/main" id="{4071300D-C04A-F902-6B47-B80F46573FFC}"/>
              </a:ext>
            </a:extLst>
          </p:cNvPr>
          <p:cNvSpPr>
            <a:spLocks noGrp="1"/>
          </p:cNvSpPr>
          <p:nvPr>
            <p:ph sz="half" idx="1"/>
          </p:nvPr>
        </p:nvSpPr>
        <p:spPr/>
        <p:txBody>
          <a:bodyPr>
            <a:normAutofit fontScale="40000" lnSpcReduction="20000"/>
          </a:bodyPr>
          <a:lstStyle/>
          <a:p>
            <a:pPr>
              <a:lnSpc>
                <a:spcPct val="170000"/>
              </a:lnSpc>
            </a:pPr>
            <a:r>
              <a:rPr lang="en-US" b="1" dirty="0"/>
              <a:t>Customer Ratings Distribution:</a:t>
            </a:r>
          </a:p>
          <a:p>
            <a:pPr lvl="1">
              <a:lnSpc>
                <a:spcPct val="170000"/>
              </a:lnSpc>
            </a:pPr>
            <a:r>
              <a:rPr lang="en-US" dirty="0"/>
              <a:t>The majority of customer reviews are in the higher ratings, with 154 reviews at 4 stars and 138 reviews at 5 stars, indicating overall positive feedback. Lower ratings (1-2 stars) account for a smaller proportion, with 27 reviews at 1 star and 60 reviews at 2 stars.</a:t>
            </a:r>
          </a:p>
          <a:p>
            <a:pPr>
              <a:lnSpc>
                <a:spcPct val="170000"/>
              </a:lnSpc>
            </a:pPr>
            <a:r>
              <a:rPr lang="en-US" b="1" dirty="0"/>
              <a:t>Sentiment Analysis:</a:t>
            </a:r>
          </a:p>
          <a:p>
            <a:pPr lvl="1">
              <a:lnSpc>
                <a:spcPct val="170000"/>
              </a:lnSpc>
            </a:pPr>
            <a:r>
              <a:rPr lang="en-US" dirty="0"/>
              <a:t>Positive sentiment dominates with 292 reviews, reflecting a generally satisfied customer base. Negative sentiment is present in 12 reviews, with a smaller number of mixed and neutral sentiments, suggesting some areas for improvement but overall strong customer approval.</a:t>
            </a:r>
          </a:p>
          <a:p>
            <a:pPr>
              <a:lnSpc>
                <a:spcPct val="170000"/>
              </a:lnSpc>
            </a:pPr>
            <a:r>
              <a:rPr lang="en-US" b="1" dirty="0"/>
              <a:t>Opportunity for Improvement:</a:t>
            </a:r>
          </a:p>
          <a:p>
            <a:pPr lvl="1">
              <a:lnSpc>
                <a:spcPct val="170000"/>
              </a:lnSpc>
            </a:pPr>
            <a:r>
              <a:rPr lang="en-US" dirty="0"/>
              <a:t>The presence of mixed positive and mixed negative sentiments suggests that there are opportunities to convert those mixed experiences into more clearly positive ones, potentially boosting overall ratings. Addressing the specific concerns in mixed reviews could elevate customer satisfaction.</a:t>
            </a:r>
            <a:endParaRPr lang="nb-NO" dirty="0"/>
          </a:p>
        </p:txBody>
      </p:sp>
      <p:pic>
        <p:nvPicPr>
          <p:cNvPr id="5" name="Picture 4">
            <a:extLst>
              <a:ext uri="{FF2B5EF4-FFF2-40B4-BE49-F238E27FC236}">
                <a16:creationId xmlns:a16="http://schemas.microsoft.com/office/drawing/2014/main" id="{0CB9A9D8-D291-5F03-69F5-F178FB604651}"/>
              </a:ext>
            </a:extLst>
          </p:cNvPr>
          <p:cNvPicPr>
            <a:picLocks noChangeAspect="1"/>
          </p:cNvPicPr>
          <p:nvPr/>
        </p:nvPicPr>
        <p:blipFill>
          <a:blip r:embed="rId2"/>
          <a:stretch>
            <a:fillRect/>
          </a:stretch>
        </p:blipFill>
        <p:spPr>
          <a:xfrm>
            <a:off x="7254729" y="1759475"/>
            <a:ext cx="2410161" cy="1924319"/>
          </a:xfrm>
          <a:prstGeom prst="rect">
            <a:avLst/>
          </a:prstGeom>
        </p:spPr>
      </p:pic>
      <p:pic>
        <p:nvPicPr>
          <p:cNvPr id="9" name="Picture 8">
            <a:extLst>
              <a:ext uri="{FF2B5EF4-FFF2-40B4-BE49-F238E27FC236}">
                <a16:creationId xmlns:a16="http://schemas.microsoft.com/office/drawing/2014/main" id="{BCD79C0A-4918-E7AE-F97D-2DC13F163927}"/>
              </a:ext>
            </a:extLst>
          </p:cNvPr>
          <p:cNvPicPr>
            <a:picLocks noChangeAspect="1"/>
          </p:cNvPicPr>
          <p:nvPr/>
        </p:nvPicPr>
        <p:blipFill>
          <a:blip r:embed="rId3"/>
          <a:stretch>
            <a:fillRect/>
          </a:stretch>
        </p:blipFill>
        <p:spPr>
          <a:xfrm>
            <a:off x="7133984" y="4100381"/>
            <a:ext cx="3448531" cy="1876687"/>
          </a:xfrm>
          <a:prstGeom prst="rect">
            <a:avLst/>
          </a:prstGeom>
        </p:spPr>
      </p:pic>
    </p:spTree>
    <p:extLst>
      <p:ext uri="{BB962C8B-B14F-4D97-AF65-F5344CB8AC3E}">
        <p14:creationId xmlns:p14="http://schemas.microsoft.com/office/powerpoint/2010/main" val="10083021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6DB5C43B-E784-C9BD-AFBF-26FC1D8FD751}"/>
              </a:ext>
            </a:extLst>
          </p:cNvPr>
          <p:cNvSpPr>
            <a:spLocks noGrp="1"/>
          </p:cNvSpPr>
          <p:nvPr>
            <p:ph type="body" idx="1"/>
          </p:nvPr>
        </p:nvSpPr>
        <p:spPr>
          <a:xfrm>
            <a:off x="796117" y="0"/>
            <a:ext cx="5157787" cy="823912"/>
          </a:xfrm>
        </p:spPr>
        <p:txBody>
          <a:bodyPr/>
          <a:lstStyle/>
          <a:p>
            <a:r>
              <a:rPr lang="en-US" dirty="0"/>
              <a:t>Goals</a:t>
            </a:r>
            <a:endParaRPr lang="nb-NO" dirty="0"/>
          </a:p>
        </p:txBody>
      </p:sp>
      <p:sp>
        <p:nvSpPr>
          <p:cNvPr id="5" name="Content Placeholder 4">
            <a:extLst>
              <a:ext uri="{FF2B5EF4-FFF2-40B4-BE49-F238E27FC236}">
                <a16:creationId xmlns:a16="http://schemas.microsoft.com/office/drawing/2014/main" id="{078AD1BC-ECB0-8FAC-B8AF-195F4DF85279}"/>
              </a:ext>
            </a:extLst>
          </p:cNvPr>
          <p:cNvSpPr>
            <a:spLocks noGrp="1"/>
          </p:cNvSpPr>
          <p:nvPr>
            <p:ph sz="half" idx="2"/>
          </p:nvPr>
        </p:nvSpPr>
        <p:spPr>
          <a:xfrm>
            <a:off x="356710" y="823912"/>
            <a:ext cx="5157787" cy="3987800"/>
          </a:xfrm>
        </p:spPr>
        <p:txBody>
          <a:bodyPr>
            <a:normAutofit fontScale="40000" lnSpcReduction="20000"/>
          </a:bodyPr>
          <a:lstStyle/>
          <a:p>
            <a:pPr>
              <a:lnSpc>
                <a:spcPct val="170000"/>
              </a:lnSpc>
            </a:pPr>
            <a:r>
              <a:rPr lang="en-US" b="1" dirty="0"/>
              <a:t>Increase Conversion Rates:</a:t>
            </a:r>
          </a:p>
          <a:p>
            <a:pPr lvl="1">
              <a:lnSpc>
                <a:spcPct val="170000"/>
              </a:lnSpc>
            </a:pPr>
            <a:r>
              <a:rPr lang="en-US" b="1" dirty="0"/>
              <a:t>Goal: </a:t>
            </a:r>
            <a:r>
              <a:rPr lang="en-US" dirty="0"/>
              <a:t>Identify factors impacting the conversion rate and provide recommendations to improve it.</a:t>
            </a:r>
          </a:p>
          <a:p>
            <a:pPr lvl="1">
              <a:lnSpc>
                <a:spcPct val="170000"/>
              </a:lnSpc>
            </a:pPr>
            <a:r>
              <a:rPr lang="en-US" b="1" dirty="0"/>
              <a:t>Insight: </a:t>
            </a:r>
            <a:r>
              <a:rPr lang="en-US" dirty="0"/>
              <a:t>Highlight key stages where visitors drop off and suggest improvements to optimize the conversion funnel.</a:t>
            </a:r>
          </a:p>
          <a:p>
            <a:pPr>
              <a:lnSpc>
                <a:spcPct val="170000"/>
              </a:lnSpc>
            </a:pPr>
            <a:r>
              <a:rPr lang="en-US" b="1" dirty="0"/>
              <a:t>Enhance Customer Engagement:</a:t>
            </a:r>
            <a:endParaRPr lang="en-US" dirty="0"/>
          </a:p>
          <a:p>
            <a:pPr lvl="1">
              <a:lnSpc>
                <a:spcPct val="170000"/>
              </a:lnSpc>
            </a:pPr>
            <a:r>
              <a:rPr lang="en-US" b="1" dirty="0"/>
              <a:t>Goal:</a:t>
            </a:r>
            <a:r>
              <a:rPr lang="en-US" dirty="0"/>
              <a:t> Determine which types of content drive the highest engagement. </a:t>
            </a:r>
          </a:p>
          <a:p>
            <a:pPr lvl="1">
              <a:lnSpc>
                <a:spcPct val="170000"/>
              </a:lnSpc>
            </a:pPr>
            <a:r>
              <a:rPr lang="en-US" b="1" dirty="0"/>
              <a:t>Insight:</a:t>
            </a:r>
            <a:r>
              <a:rPr lang="en-US" dirty="0"/>
              <a:t> Analyze interaction levels with different types of marketing content to inform better content strategies.</a:t>
            </a:r>
          </a:p>
          <a:p>
            <a:pPr>
              <a:lnSpc>
                <a:spcPct val="170000"/>
              </a:lnSpc>
            </a:pPr>
            <a:r>
              <a:rPr lang="en-US" b="1" dirty="0"/>
              <a:t>Improve Customer Feedback Scores:</a:t>
            </a:r>
            <a:endParaRPr lang="en-US" dirty="0"/>
          </a:p>
          <a:p>
            <a:pPr lvl="1">
              <a:lnSpc>
                <a:spcPct val="170000"/>
              </a:lnSpc>
            </a:pPr>
            <a:r>
              <a:rPr lang="en-US" b="1" dirty="0"/>
              <a:t>Goal:</a:t>
            </a:r>
            <a:r>
              <a:rPr lang="en-US" dirty="0"/>
              <a:t> Understand common themes in customer reviews and provide actionable insights.</a:t>
            </a:r>
          </a:p>
          <a:p>
            <a:pPr lvl="1">
              <a:lnSpc>
                <a:spcPct val="170000"/>
              </a:lnSpc>
            </a:pPr>
            <a:r>
              <a:rPr lang="en-US" b="1" dirty="0"/>
              <a:t>Insight:</a:t>
            </a:r>
            <a:r>
              <a:rPr lang="en-US" dirty="0"/>
              <a:t> Identify recurring positive and negative feedback to guide product and service improvements.</a:t>
            </a:r>
          </a:p>
        </p:txBody>
      </p:sp>
      <p:sp>
        <p:nvSpPr>
          <p:cNvPr id="8" name="Text Placeholder 7">
            <a:extLst>
              <a:ext uri="{FF2B5EF4-FFF2-40B4-BE49-F238E27FC236}">
                <a16:creationId xmlns:a16="http://schemas.microsoft.com/office/drawing/2014/main" id="{D493FBA5-1FCE-4950-5EC5-479C0DE4BFE7}"/>
              </a:ext>
            </a:extLst>
          </p:cNvPr>
          <p:cNvSpPr>
            <a:spLocks noGrp="1"/>
          </p:cNvSpPr>
          <p:nvPr>
            <p:ph type="body" sz="quarter" idx="3"/>
          </p:nvPr>
        </p:nvSpPr>
        <p:spPr>
          <a:xfrm>
            <a:off x="6427817" y="0"/>
            <a:ext cx="5183188" cy="823912"/>
          </a:xfrm>
        </p:spPr>
        <p:txBody>
          <a:bodyPr/>
          <a:lstStyle/>
          <a:p>
            <a:r>
              <a:rPr lang="en-US" dirty="0"/>
              <a:t>Actions</a:t>
            </a:r>
            <a:endParaRPr lang="nb-NO" dirty="0"/>
          </a:p>
        </p:txBody>
      </p:sp>
      <p:sp>
        <p:nvSpPr>
          <p:cNvPr id="9" name="Content Placeholder 8">
            <a:extLst>
              <a:ext uri="{FF2B5EF4-FFF2-40B4-BE49-F238E27FC236}">
                <a16:creationId xmlns:a16="http://schemas.microsoft.com/office/drawing/2014/main" id="{8BB130CF-2DD1-4F93-32BF-851910EF2C22}"/>
              </a:ext>
            </a:extLst>
          </p:cNvPr>
          <p:cNvSpPr>
            <a:spLocks noGrp="1"/>
          </p:cNvSpPr>
          <p:nvPr>
            <p:ph sz="quarter" idx="4"/>
          </p:nvPr>
        </p:nvSpPr>
        <p:spPr>
          <a:xfrm>
            <a:off x="5953904" y="894946"/>
            <a:ext cx="5183188" cy="5290194"/>
          </a:xfrm>
        </p:spPr>
        <p:txBody>
          <a:bodyPr>
            <a:noAutofit/>
          </a:bodyPr>
          <a:lstStyle/>
          <a:p>
            <a:pPr>
              <a:lnSpc>
                <a:spcPct val="120000"/>
              </a:lnSpc>
            </a:pPr>
            <a:r>
              <a:rPr lang="nb-NO" sz="900" b="1" dirty="0" err="1"/>
              <a:t>Increase</a:t>
            </a:r>
            <a:r>
              <a:rPr lang="nb-NO" sz="900" b="1" dirty="0"/>
              <a:t> Conversion Rates:</a:t>
            </a:r>
          </a:p>
          <a:p>
            <a:pPr lvl="1">
              <a:lnSpc>
                <a:spcPct val="120000"/>
              </a:lnSpc>
            </a:pPr>
            <a:r>
              <a:rPr lang="en-US" sz="900" u="sng" dirty="0"/>
              <a:t>Target High-Performing Product Categories</a:t>
            </a:r>
            <a:r>
              <a:rPr lang="en-US" sz="900" dirty="0"/>
              <a:t>: Focus marketing efforts on products with demonstrated high conversion rates, such as </a:t>
            </a:r>
            <a:r>
              <a:rPr lang="en-US" altLang="zh-CN" sz="900" dirty="0"/>
              <a:t>Surfboard, Hockey Stick</a:t>
            </a:r>
            <a:r>
              <a:rPr lang="en-US" sz="900" dirty="0"/>
              <a:t>, Cycling Helmet and climbing rope. Implement seasonal promotions or personalized campaigns during peak months (e.g., March and September) to capitalize on these trends. </a:t>
            </a:r>
          </a:p>
          <a:p>
            <a:pPr lvl="1">
              <a:lnSpc>
                <a:spcPct val="120000"/>
              </a:lnSpc>
            </a:pPr>
            <a:r>
              <a:rPr lang="en-US" sz="900" dirty="0"/>
              <a:t>In weak performance month, 2 strategies can be considered. </a:t>
            </a:r>
          </a:p>
          <a:p>
            <a:pPr lvl="1">
              <a:lnSpc>
                <a:spcPct val="120000"/>
              </a:lnSpc>
            </a:pPr>
            <a:r>
              <a:rPr lang="en-US" sz="900" dirty="0"/>
              <a:t>1. </a:t>
            </a:r>
            <a:r>
              <a:rPr lang="en-US" altLang="zh-CN" sz="900" dirty="0"/>
              <a:t>Growth-Oriented Strategy:</a:t>
            </a:r>
            <a:r>
              <a:rPr lang="en-US" sz="900" dirty="0"/>
              <a:t> </a:t>
            </a:r>
            <a:r>
              <a:rPr lang="en-US" altLang="zh-CN" sz="900" dirty="0"/>
              <a:t>If the company aims to gain market share and strengthen competitive positioning, launching targeted campaigns for historically high-performing products may help stimulate demand and capture incremental growth during slower periods.</a:t>
            </a:r>
          </a:p>
          <a:p>
            <a:pPr lvl="1">
              <a:lnSpc>
                <a:spcPct val="120000"/>
              </a:lnSpc>
            </a:pPr>
            <a:r>
              <a:rPr lang="en-US" sz="900" dirty="0"/>
              <a:t>2. </a:t>
            </a:r>
            <a:r>
              <a:rPr lang="en-US" altLang="zh-CN" sz="900" dirty="0"/>
              <a:t>Cost-Control Strategy: If the priority is profitability and risk management, reducing overall marketing spend during low-demand months may help control costs and protect margins, particularly when traffic volume and conversion stability are limited.</a:t>
            </a:r>
            <a:endParaRPr lang="nb-NO" sz="900" dirty="0"/>
          </a:p>
          <a:p>
            <a:pPr>
              <a:lnSpc>
                <a:spcPct val="120000"/>
              </a:lnSpc>
            </a:pPr>
            <a:r>
              <a:rPr lang="nb-NO" sz="900" b="1" dirty="0" err="1"/>
              <a:t>Enhance</a:t>
            </a:r>
            <a:r>
              <a:rPr lang="nb-NO" sz="900" b="1" dirty="0"/>
              <a:t> </a:t>
            </a:r>
            <a:r>
              <a:rPr lang="nb-NO" sz="900" b="1" dirty="0" err="1"/>
              <a:t>Customer</a:t>
            </a:r>
            <a:r>
              <a:rPr lang="nb-NO" sz="900" b="1" dirty="0"/>
              <a:t> </a:t>
            </a:r>
            <a:r>
              <a:rPr lang="nb-NO" sz="900" b="1" dirty="0" err="1"/>
              <a:t>Engagement</a:t>
            </a:r>
            <a:r>
              <a:rPr lang="nb-NO" sz="900" b="1" dirty="0"/>
              <a:t>:</a:t>
            </a:r>
          </a:p>
          <a:p>
            <a:pPr lvl="1">
              <a:lnSpc>
                <a:spcPct val="120000"/>
              </a:lnSpc>
            </a:pPr>
            <a:r>
              <a:rPr lang="en-US" sz="900" u="sng" dirty="0"/>
              <a:t>Revitalize Content Strategy</a:t>
            </a:r>
            <a:r>
              <a:rPr lang="en-US" sz="900" dirty="0"/>
              <a:t>: To turn around declining views and low interaction rates, experiment with more engaging content formats, such as interactive videos or user-generated content. Additionally, boost engagement by optimizing call-to-action placement in social media and blog content, particularly during historically lower-engagement months (July to September).</a:t>
            </a:r>
          </a:p>
          <a:p>
            <a:pPr lvl="1">
              <a:lnSpc>
                <a:spcPct val="120000"/>
              </a:lnSpc>
            </a:pPr>
            <a:endParaRPr lang="nb-NO" sz="900" dirty="0"/>
          </a:p>
          <a:p>
            <a:pPr>
              <a:lnSpc>
                <a:spcPct val="120000"/>
              </a:lnSpc>
            </a:pPr>
            <a:r>
              <a:rPr lang="nb-NO" sz="900" b="1" dirty="0" err="1"/>
              <a:t>Improve</a:t>
            </a:r>
            <a:r>
              <a:rPr lang="nb-NO" sz="900" b="1" dirty="0"/>
              <a:t> </a:t>
            </a:r>
            <a:r>
              <a:rPr lang="nb-NO" sz="900" b="1" dirty="0" err="1"/>
              <a:t>Customer</a:t>
            </a:r>
            <a:r>
              <a:rPr lang="nb-NO" sz="900" b="1" dirty="0"/>
              <a:t> Feedback Scores:</a:t>
            </a:r>
          </a:p>
          <a:p>
            <a:pPr lvl="1">
              <a:lnSpc>
                <a:spcPct val="120000"/>
              </a:lnSpc>
            </a:pPr>
            <a:r>
              <a:rPr lang="en-US" sz="900" u="sng" dirty="0"/>
              <a:t>Address Mixed and Negative Feedback: </a:t>
            </a:r>
            <a:r>
              <a:rPr lang="en-US" sz="900" dirty="0"/>
              <a:t>Implement a feedback loop where mixed and negative reviews are analyzed to identify common issues. Develop improvement plans to address these concerns. Consider following up with dissatisfied customers to resolve issues and encourage re-rating, aiming to move average ratings closer to the 4.0 target.</a:t>
            </a:r>
            <a:endParaRPr lang="nb-NO" sz="900" dirty="0"/>
          </a:p>
        </p:txBody>
      </p:sp>
    </p:spTree>
    <p:extLst>
      <p:ext uri="{BB962C8B-B14F-4D97-AF65-F5344CB8AC3E}">
        <p14:creationId xmlns:p14="http://schemas.microsoft.com/office/powerpoint/2010/main" val="7586447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PCH-562DCC4752A1D2C548C05B29540F0AD5A03E5FD6A2BF8DF92CEF6E5759A6373C" val="[{&quot;GradientColorId&quot;:&quot;&quot;,&quot;IsFree&quot;:true,&quot;IsGradient&quot;:false,&quot;ImagePath&quot;:&quot;&quot;,&quot;GradientColor&quot;:null,&quot;SimpleColor&quot;:&quot;#4EA72E&quot;},{&quot;GradientColorId&quot;:&quot;&quot;,&quot;IsFree&quot;:true,&quot;IsGradient&quot;:false,&quot;ImagePath&quot;:&quot;&quot;,&quot;GradientColor&quot;:null,&quot;SimpleColor&quot;:&quot;#FF0000&quot;},{&quot;GradientColorId&quot;:&quot;&quot;,&quot;IsFree&quot;:true,&quot;IsGradient&quot;:false,&quot;ImagePath&quot;:&quot;&quot;,&quot;GradientColor&quot;:null,&quot;SimpleColor&quot;:&quot;#156082&quot;}]"/>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1740</TotalTime>
  <Words>1039</Words>
  <Application>Microsoft Office PowerPoint</Application>
  <PresentationFormat>Widescreen</PresentationFormat>
  <Paragraphs>56</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Data Presentation</vt:lpstr>
      <vt:lpstr>Problem Background</vt:lpstr>
      <vt:lpstr>Overview</vt:lpstr>
      <vt:lpstr>Decreased Conversion Rates</vt:lpstr>
      <vt:lpstr>Reduced Customer Engagement</vt:lpstr>
      <vt:lpstr>Customer Feedback Analysis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Ahmad</dc:creator>
  <cp:lastModifiedBy>jiejun xie</cp:lastModifiedBy>
  <cp:revision>6</cp:revision>
  <dcterms:created xsi:type="dcterms:W3CDTF">2024-09-03T15:16:05Z</dcterms:created>
  <dcterms:modified xsi:type="dcterms:W3CDTF">2026-02-13T02:51:20Z</dcterms:modified>
</cp:coreProperties>
</file>